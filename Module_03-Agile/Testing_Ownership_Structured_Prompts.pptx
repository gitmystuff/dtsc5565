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82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92A80-A903-6F4B-77F5-F8436C2F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04E17-2392-A9B4-C1FF-9F4E1BFAF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96D04-E5D4-CFC6-D66A-15C137ECB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01C7C-F265-769C-B653-92977F0F0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19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Ownership, and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5565 — Software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8-Part Structured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41732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or what standard should the AI operate as?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084832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391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03911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background — existing code, constraints, prior decisions.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609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66090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clear, scoped statement of what's being built or changed.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826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28269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non-functional requirements, stated explicitly.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9044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90448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— boundaries, style, scope limits.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00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5262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45262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should approach the work — step by step, test-first, etc.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193792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1480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514807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shape of the deliverable.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5815584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40080" y="5815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57698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343400" y="57698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know the result is actually correct.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Start: An Admission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 asked Colab's Gemini for one test per task.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gave me far more than that — many more tests and functions than anyone asked for.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correcting it, I accepted the output as-is.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turned out to be over everyone's head. That was a mistake, and it was mine.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Went Wrong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was under-specified.</a:t>
            </a:r>
            <a:endParaRPr lang="en-US" sz="17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test per task” was said, but nothing enforced it.</a:t>
            </a:r>
            <a:endParaRPr lang="en-US" sz="17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did what under-specified prompts invite it to do.</a:t>
            </a:r>
            <a:endParaRPr lang="en-US" sz="17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generated confidently — just far more than intended.</a:t>
            </a:r>
            <a:endParaRPr lang="en-US" sz="17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failure was skipping Verification.</a:t>
            </a:r>
            <a:endParaRPr lang="en-US" sz="17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was never checked against what was actually asked for.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to Professionals Too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 pull request without reading the full diff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a generated database migration without checking it line by line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an AI suggestion because it looks plausible, not because it was verified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 isn't the AI's output being wrong — it's skipping the review step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Own a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 plainly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50876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over-apologizing. Say what happened, directly.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5000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precisely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35000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“the AI messed up” — name the actual skipped step.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36976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912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practice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191256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to working engineers constantly.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0325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just tell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03250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real artifact. Let others diagnose it.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19472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87375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changes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8737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checkable — not just “I'll be more careful.”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70006" y="2651760"/>
            <a:ext cx="36488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NOT BLAME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6F877-4635-F561-C89D-3BE406FA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BD9D15-76EA-A727-B120-CD8908D8793D}"/>
              </a:ext>
            </a:extLst>
          </p:cNvPr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24F29B-AADF-C67B-C726-B647CD3DED40}"/>
              </a:ext>
            </a:extLst>
          </p:cNvPr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Test For?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1B4EE1-2187-2BAF-13C0-19128BF38D12}"/>
              </a:ext>
            </a:extLst>
          </p:cNvPr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A3CD37-5094-7E5B-4C59-491AA02BF9E4}"/>
              </a:ext>
            </a:extLst>
          </p:cNvPr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BE88F4-517E-DD33-761C-A747E3372837}"/>
              </a:ext>
            </a:extLst>
          </p:cNvPr>
          <p:cNvSpPr txBox="1"/>
          <p:nvPr/>
        </p:nvSpPr>
        <p:spPr>
          <a:xfrm>
            <a:off x="1234440" y="17373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5B907F-BDAC-63D9-F424-3975BB4737E9}"/>
              </a:ext>
            </a:extLst>
          </p:cNvPr>
          <p:cNvSpPr txBox="1"/>
          <p:nvPr/>
        </p:nvSpPr>
        <p:spPr>
          <a:xfrm>
            <a:off x="4343400" y="17373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code does what was intended.</a:t>
            </a:r>
            <a:endParaRPr lang="en-US" sz="13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66B245D-9495-998E-C522-53B74B776D3B}"/>
              </a:ext>
            </a:extLst>
          </p:cNvPr>
          <p:cNvSpPr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53615A-2B1F-1688-DFDF-904BF57F5C19}"/>
              </a:ext>
            </a:extLst>
          </p:cNvPr>
          <p:cNvSpPr txBox="1"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5A887C1-A050-1A24-B205-7F2D9139C867}"/>
              </a:ext>
            </a:extLst>
          </p:cNvPr>
          <p:cNvSpPr txBox="1"/>
          <p:nvPr/>
        </p:nvSpPr>
        <p:spPr>
          <a:xfrm>
            <a:off x="1234440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DB31E07-7589-930A-EE5D-A8D89B8A2922}"/>
              </a:ext>
            </a:extLst>
          </p:cNvPr>
          <p:cNvSpPr txBox="1"/>
          <p:nvPr/>
        </p:nvSpPr>
        <p:spPr>
          <a:xfrm>
            <a:off x="4343400" y="278892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before the code, a test precisely defines what “correct” means.</a:t>
            </a:r>
            <a:endParaRPr lang="en-US" sz="13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9D39B6-730F-479B-D512-0D1922675D12}"/>
              </a:ext>
            </a:extLst>
          </p:cNvPr>
          <p:cNvSpPr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8ED432-E080-B635-38DF-83854F7E7668}"/>
              </a:ext>
            </a:extLst>
          </p:cNvPr>
          <p:cNvSpPr txBox="1"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0812253-0C1E-AA47-33D3-AEA5C6A366CA}"/>
              </a:ext>
            </a:extLst>
          </p:cNvPr>
          <p:cNvSpPr txBox="1"/>
          <p:nvPr/>
        </p:nvSpPr>
        <p:spPr>
          <a:xfrm>
            <a:off x="1234440" y="3840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FD82CC9-3CC5-8BF2-73D7-4BDEF9B1D0B7}"/>
              </a:ext>
            </a:extLst>
          </p:cNvPr>
          <p:cNvSpPr txBox="1"/>
          <p:nvPr/>
        </p:nvSpPr>
        <p:spPr>
          <a:xfrm>
            <a:off x="4343400" y="38404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 future reader what the code is supposed to do — and can't silently go stale.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64704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Test? (FIRST)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suite gets skipped or run rarely.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test's result shouldn't depend on another running first.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result, every time, anywhere.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is reported automatically — no human judgment needed.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close to — ideally before — the code it tests.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one focused test. More tests isn't automatically better.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Test: Arrange – Act – Assert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6716" y="274320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48156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56716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input / starting conditions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55948" y="3337560"/>
            <a:ext cx="40233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31436" y="274320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22876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31436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function or code being tested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0668" y="3337560"/>
            <a:ext cx="40233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06156" y="274320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97596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06156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result is what you expected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good unit test follows this shape — it's what makes a test legible to someone else.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“Given a list of exam scores, return the average, rounded to one decimal place.”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607040" cy="3291840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241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test_average_of_scores():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Arrange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[80, 90, 70, 100]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calculate_average(scores)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Assert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 == 85.0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486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calculate_average doesn't exist yet. That's the point of test-first development.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It 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test_...():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5544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starts with test_ so pytest discovers it automatically. The rest describes what's being checked, in plain English.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06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= [...]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Arrange. Simple numbers chosen on purpose — if this fails, we know whether the bug is in the math or the test.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57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calculate_average(...)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65760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Act. This line specifies that such a function must exist, take a list, and return something — before it's written.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384048" cy="384048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09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result == 85.0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709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Assert. The entire point of the test. No print statements, no eyeballing — the test judges itself.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Filenames Start With test_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style preference — it's how pytest discovers tests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looks for files matching test_*.py (or *_test.py), and functions starting with test_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file, no discovery — running pytest silently finds nothing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confusing first bug: rename a test file, run pytest, and it reports zero tests with no error at all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Tests Live in Their Own Folder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and the thing that verifies it are different concerns — they should be visibly separate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separation-of-concerns idea from software processes and architecture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a growing project navigable — imagine 40 source files and 40 test files interleaved in one folder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overwhelming convention in real Python projects — recognizable on sight, anywhere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conftest.py Is (Almost) Empty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presence, not its content, is what matters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treats a conftest.py file as marking “this directory is the project root”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automatically adds the directory to Python's import path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only reason a test file can do “from average import calculate_average” with no manual path setup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10607040" cy="1005840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4846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file's value is in what it contains. Sometimes a file's job is just to exist in the right place.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Convention: A Docstring Per 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.py file in the demo opens with a short module docstring — the same “documentation” role a test plays, applied to the file itself.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607040" cy="868680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average.py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1488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 of a list of scores — the one piece of logic under test.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607040" cy="868680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15468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that ties average.py together into a runnable example.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607040" cy="868680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conftest.py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41605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near-empty — its presence marks the project root for pytest.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0607040" cy="868680"/>
          </a:xfrm>
          <a:prstGeom prst="rect">
            <a:avLst/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5166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tests/test_average.py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51663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“correct” means for calculate_average(), written before the code existed.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" y="23774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50976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browser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82696" y="306324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57016" y="23774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648456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vscode.dev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 VS Code)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0176" y="306324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54496" y="23774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45936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pytest·runner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 tree + Monaco + Run)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77656" y="306324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51976" y="23774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043416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 deploy)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97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repo, four different views — plain file list, real code editor, in-browser runner, and proof the deploy actually finished.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Rigid Prompt for Test Generation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task — enforced three separate times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Requirements, in Constraints, and again in Verification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get named, not silently added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 one line after the code — the pair decides, not the AI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for a single Colab cell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fixtures, no parametrize, no mocking — unless explicitly asked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ends with a self-check</a:t>
            </a:r>
            <a:endParaRPr lang="en-US" sz="1600" dirty="0"/>
          </a:p>
          <a:p>
            <a:pPr marL="558800" lvl="1" indent="-279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“Count your tests against the task count before responding”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prompt reduces the CHANCE of a bad outcome.</a:t>
            </a:r>
            <a:endParaRPr lang="en-US" sz="20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replace checking the output.</a:t>
            </a:r>
            <a:endParaRPr lang="en-US" sz="2000" dirty="0"/>
          </a:p>
          <a:p>
            <a:pPr marL="279400" indent="-2794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risk reduction — not risk elimination.</a:t>
            </a:r>
            <a:endParaRPr lang="en-US" sz="2000" dirty="0"/>
          </a:p>
          <a:p>
            <a:pPr>
              <a:spcAft>
                <a:spcPts val="1400"/>
              </a:spcAft>
              <a:buSzPct val="100000"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1320</Words>
  <Application>Microsoft Office PowerPoint</Application>
  <PresentationFormat>Custom</PresentationFormat>
  <Paragraphs>205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Whitworth, Clifford</cp:lastModifiedBy>
  <cp:revision>2</cp:revision>
  <dcterms:created xsi:type="dcterms:W3CDTF">2026-09-10T03:09:42Z</dcterms:created>
  <dcterms:modified xsi:type="dcterms:W3CDTF">2026-09-10T03:25:21Z</dcterms:modified>
</cp:coreProperties>
</file>